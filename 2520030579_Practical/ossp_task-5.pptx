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6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3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25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16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26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9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72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86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76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7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1195-F1DB-4748-AF3D-4D5E33E8DAF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CFA20-A405-4FB2-8AD1-222A9F24D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99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6"/>
            <a:ext cx="7431087" cy="587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832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2026-09-16T17:44:52Z</dcterms:created>
  <dcterms:modified xsi:type="dcterms:W3CDTF">2026-09-16T17:45:31Z</dcterms:modified>
</cp:coreProperties>
</file>