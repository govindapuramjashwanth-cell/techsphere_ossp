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383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36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32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33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48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92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95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50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75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66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59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265F3-B515-460B-88E4-0C99DD51C5E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0BDF1-C6D8-400C-B712-EE3E1A8D93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0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admin2\OneDrive\Pictures\task 8.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0649"/>
            <a:ext cx="7612062" cy="345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dmin2\OneDrive\Pictures\task 8.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99" y="3726338"/>
            <a:ext cx="7993063" cy="317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466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admin2</dc:creator>
  <cp:lastModifiedBy>admin2</cp:lastModifiedBy>
  <cp:revision>1</cp:revision>
  <dcterms:created xsi:type="dcterms:W3CDTF">2026-09-16T17:47:30Z</dcterms:created>
  <dcterms:modified xsi:type="dcterms:W3CDTF">2026-09-16T17:48:33Z</dcterms:modified>
</cp:coreProperties>
</file>