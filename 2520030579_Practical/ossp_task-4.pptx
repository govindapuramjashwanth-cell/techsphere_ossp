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90FF-4F7F-4A8E-83AD-4F958D4C591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815A-F6E5-447D-B2B4-150828FE0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06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90FF-4F7F-4A8E-83AD-4F958D4C591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815A-F6E5-447D-B2B4-150828FE0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5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90FF-4F7F-4A8E-83AD-4F958D4C591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815A-F6E5-447D-B2B4-150828FE0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473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90FF-4F7F-4A8E-83AD-4F958D4C591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815A-F6E5-447D-B2B4-150828FE0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947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90FF-4F7F-4A8E-83AD-4F958D4C591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815A-F6E5-447D-B2B4-150828FE0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81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90FF-4F7F-4A8E-83AD-4F958D4C591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815A-F6E5-447D-B2B4-150828FE0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401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90FF-4F7F-4A8E-83AD-4F958D4C591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815A-F6E5-447D-B2B4-150828FE0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14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90FF-4F7F-4A8E-83AD-4F958D4C591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815A-F6E5-447D-B2B4-150828FE0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85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90FF-4F7F-4A8E-83AD-4F958D4C591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815A-F6E5-447D-B2B4-150828FE0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27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90FF-4F7F-4A8E-83AD-4F958D4C591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815A-F6E5-447D-B2B4-150828FE0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906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90FF-4F7F-4A8E-83AD-4F958D4C591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9815A-F6E5-447D-B2B4-150828FE0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46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090FF-4F7F-4A8E-83AD-4F958D4C591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9815A-F6E5-447D-B2B4-150828FE03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020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:\Users\admin2\OneDrive\Pictures\task 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764704"/>
            <a:ext cx="7297738" cy="654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23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admin2</dc:creator>
  <cp:lastModifiedBy>admin2</cp:lastModifiedBy>
  <cp:revision>1</cp:revision>
  <dcterms:created xsi:type="dcterms:W3CDTF">2026-09-16T17:44:16Z</dcterms:created>
  <dcterms:modified xsi:type="dcterms:W3CDTF">2026-09-16T17:44:49Z</dcterms:modified>
</cp:coreProperties>
</file>