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31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74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0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86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1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88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61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36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75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94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A00F2-5F8F-4EBD-AFAD-02AB0ADDB2B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160AE-4AB5-4B1C-915B-51F6C1ED7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0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9.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6832" y="116632"/>
            <a:ext cx="6948264" cy="611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dmin2\OneDrive\Pictures\task 9.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116632"/>
            <a:ext cx="6264696" cy="614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2\OneDrive\Pictures\task 9.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48680"/>
            <a:ext cx="6484713" cy="548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78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2026-09-16T17:48:37Z</dcterms:created>
  <dcterms:modified xsi:type="dcterms:W3CDTF">2026-09-16T17:50:11Z</dcterms:modified>
</cp:coreProperties>
</file>