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521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163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398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24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627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33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68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981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08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526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89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B03D1-E3C0-4750-B6A3-0D6C522A37F6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5CA90-EFBC-419F-A231-A310092BC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64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C:\Users\admin2\OneDrive\Pictures\task 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00" y="6350"/>
            <a:ext cx="6735763" cy="655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305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admin2</dc:creator>
  <cp:lastModifiedBy>admin2</cp:lastModifiedBy>
  <cp:revision>1</cp:revision>
  <dcterms:created xsi:type="dcterms:W3CDTF">2026-09-16T17:41:51Z</dcterms:created>
  <dcterms:modified xsi:type="dcterms:W3CDTF">2026-09-16T17:43:13Z</dcterms:modified>
</cp:coreProperties>
</file>