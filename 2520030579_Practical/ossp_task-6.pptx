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47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9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03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9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1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07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9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00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75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4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40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EF363-5D2D-41EC-8CA8-E3D48153C3E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0410D-C8F3-4FE8-A931-0D28F0889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0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C:\Users\admin2\OneDrive\Pictures\task 6.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406400"/>
            <a:ext cx="7469188" cy="575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07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2026-09-16T17:45:34Z</dcterms:created>
  <dcterms:modified xsi:type="dcterms:W3CDTF">2026-09-16T17:46:55Z</dcterms:modified>
</cp:coreProperties>
</file>