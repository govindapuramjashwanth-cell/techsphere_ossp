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6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3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91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97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5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9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79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36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93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6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7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46EBD-18EF-4C89-89D0-27A77CF8218B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5408-1E8D-4DD4-8FE9-343EFE15E9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71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531813"/>
            <a:ext cx="5830912" cy="578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93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2026-09-16T17:43:16Z</dcterms:created>
  <dcterms:modified xsi:type="dcterms:W3CDTF">2026-09-16T17:44:01Z</dcterms:modified>
</cp:coreProperties>
</file>