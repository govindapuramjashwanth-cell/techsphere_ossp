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8B917-473E-4DFC-86A6-4D232ED076B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CE56D-3FCF-4DED-A248-8D909E553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86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8B917-473E-4DFC-86A6-4D232ED076B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CE56D-3FCF-4DED-A248-8D909E553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893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8B917-473E-4DFC-86A6-4D232ED076B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CE56D-3FCF-4DED-A248-8D909E553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186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8B917-473E-4DFC-86A6-4D232ED076B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CE56D-3FCF-4DED-A248-8D909E553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867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8B917-473E-4DFC-86A6-4D232ED076B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CE56D-3FCF-4DED-A248-8D909E553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177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8B917-473E-4DFC-86A6-4D232ED076B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CE56D-3FCF-4DED-A248-8D909E553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366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8B917-473E-4DFC-86A6-4D232ED076B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CE56D-3FCF-4DED-A248-8D909E553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454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8B917-473E-4DFC-86A6-4D232ED076B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CE56D-3FCF-4DED-A248-8D909E553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615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8B917-473E-4DFC-86A6-4D232ED076B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CE56D-3FCF-4DED-A248-8D909E553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385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8B917-473E-4DFC-86A6-4D232ED076B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CE56D-3FCF-4DED-A248-8D909E553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282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8B917-473E-4DFC-86A6-4D232ED076B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CE56D-3FCF-4DED-A248-8D909E553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51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18B917-473E-4DFC-86A6-4D232ED076B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7CE56D-3FCF-4DED-A248-8D909E5531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602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C:\Users\admin2\OneDrive\Pictures\task 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8" y="295275"/>
            <a:ext cx="8078787" cy="520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6777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admin2</dc:creator>
  <cp:lastModifiedBy>admin2</cp:lastModifiedBy>
  <cp:revision>1</cp:revision>
  <dcterms:created xsi:type="dcterms:W3CDTF">2026-09-16T17:46:59Z</dcterms:created>
  <dcterms:modified xsi:type="dcterms:W3CDTF">2026-09-16T17:47:23Z</dcterms:modified>
</cp:coreProperties>
</file>